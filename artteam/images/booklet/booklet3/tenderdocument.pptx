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94660"/>
  </p:normalViewPr>
  <p:slideViewPr>
    <p:cSldViewPr snapToGrid="0">
      <p:cViewPr>
        <p:scale>
          <a:sx n="66" d="100"/>
          <a:sy n="66" d="100"/>
        </p:scale>
        <p:origin x="207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9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59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86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97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2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5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4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17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46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0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09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5987C-9D28-4CD8-85D7-82C96493C62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B97F-EB1E-4817-B91A-9B9F3E1C06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50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584E2A05-1C10-AB3C-6587-56E3A29DD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59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813404-7A00-A5DA-9680-02B9988F8E76}"/>
              </a:ext>
            </a:extLst>
          </p:cNvPr>
          <p:cNvSpPr txBox="1"/>
          <p:nvPr/>
        </p:nvSpPr>
        <p:spPr>
          <a:xfrm>
            <a:off x="249925" y="247426"/>
            <a:ext cx="3179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项目编号：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SITEN-ZB-20250922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1294B2-0192-44EF-F816-4CEBAAA9F04D}"/>
              </a:ext>
            </a:extLst>
          </p:cNvPr>
          <p:cNvSpPr/>
          <p:nvPr/>
        </p:nvSpPr>
        <p:spPr>
          <a:xfrm>
            <a:off x="5798373" y="147764"/>
            <a:ext cx="925158" cy="562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7D13E8-FA72-0260-3996-5C60C70844A0}"/>
              </a:ext>
            </a:extLst>
          </p:cNvPr>
          <p:cNvSpPr txBox="1"/>
          <p:nvPr/>
        </p:nvSpPr>
        <p:spPr>
          <a:xfrm>
            <a:off x="5860842" y="20439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2701A1-3A73-9022-BBBC-DEC32B52B804}"/>
              </a:ext>
            </a:extLst>
          </p:cNvPr>
          <p:cNvSpPr txBox="1"/>
          <p:nvPr/>
        </p:nvSpPr>
        <p:spPr>
          <a:xfrm>
            <a:off x="1457947" y="1743176"/>
            <a:ext cx="3942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上海开放大学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58766C-7ECC-26A9-20B9-16AC94FD5419}"/>
              </a:ext>
            </a:extLst>
          </p:cNvPr>
          <p:cNvSpPr txBox="1"/>
          <p:nvPr/>
        </p:nvSpPr>
        <p:spPr>
          <a:xfrm>
            <a:off x="1541303" y="233422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在线课程资源建设项目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7DEC-9C40-39D4-701A-CC404FD1EF34}"/>
              </a:ext>
            </a:extLst>
          </p:cNvPr>
          <p:cNvSpPr txBox="1"/>
          <p:nvPr/>
        </p:nvSpPr>
        <p:spPr>
          <a:xfrm>
            <a:off x="423690" y="581211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投标文件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F4CF3D-801B-D3F3-F90C-6B8BC8C19D19}"/>
              </a:ext>
            </a:extLst>
          </p:cNvPr>
          <p:cNvSpPr txBox="1"/>
          <p:nvPr/>
        </p:nvSpPr>
        <p:spPr>
          <a:xfrm>
            <a:off x="2125752" y="856550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上海教育软件发展有限公司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4A6BEB-24AD-A5E1-49A1-CA2D3F484799}"/>
              </a:ext>
            </a:extLst>
          </p:cNvPr>
          <p:cNvSpPr txBox="1"/>
          <p:nvPr/>
        </p:nvSpPr>
        <p:spPr>
          <a:xfrm>
            <a:off x="1671300" y="8960954"/>
            <a:ext cx="3863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上海市杨浦区国顺路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号学习广场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AA24C3-6374-8EB3-80D1-8AA7F452E8C5}"/>
              </a:ext>
            </a:extLst>
          </p:cNvPr>
          <p:cNvSpPr txBox="1"/>
          <p:nvPr/>
        </p:nvSpPr>
        <p:spPr>
          <a:xfrm>
            <a:off x="1392218" y="9312566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021-25653284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3619D6-A0CC-31CE-741B-D9F4ABB22D7C}"/>
              </a:ext>
            </a:extLst>
          </p:cNvPr>
          <p:cNvSpPr txBox="1"/>
          <p:nvPr/>
        </p:nvSpPr>
        <p:spPr>
          <a:xfrm>
            <a:off x="3587512" y="9312566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传真：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021-25653488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110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584E2A05-1C10-AB3C-6587-56E3A29DD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59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813404-7A00-A5DA-9680-02B9988F8E76}"/>
              </a:ext>
            </a:extLst>
          </p:cNvPr>
          <p:cNvSpPr txBox="1"/>
          <p:nvPr/>
        </p:nvSpPr>
        <p:spPr>
          <a:xfrm>
            <a:off x="249925" y="247426"/>
            <a:ext cx="3179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项目编号：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SITEN-ZB-20250922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1294B2-0192-44EF-F816-4CEBAAA9F04D}"/>
              </a:ext>
            </a:extLst>
          </p:cNvPr>
          <p:cNvSpPr/>
          <p:nvPr/>
        </p:nvSpPr>
        <p:spPr>
          <a:xfrm>
            <a:off x="5798373" y="147764"/>
            <a:ext cx="925158" cy="562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7D13E8-FA72-0260-3996-5C60C70844A0}"/>
              </a:ext>
            </a:extLst>
          </p:cNvPr>
          <p:cNvSpPr txBox="1"/>
          <p:nvPr/>
        </p:nvSpPr>
        <p:spPr>
          <a:xfrm>
            <a:off x="5852827" y="204394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7DEC-9C40-39D4-701A-CC404FD1EF34}"/>
              </a:ext>
            </a:extLst>
          </p:cNvPr>
          <p:cNvSpPr txBox="1"/>
          <p:nvPr/>
        </p:nvSpPr>
        <p:spPr>
          <a:xfrm>
            <a:off x="423690" y="581211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投标文件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F4CF3D-801B-D3F3-F90C-6B8BC8C19D19}"/>
              </a:ext>
            </a:extLst>
          </p:cNvPr>
          <p:cNvSpPr txBox="1"/>
          <p:nvPr/>
        </p:nvSpPr>
        <p:spPr>
          <a:xfrm>
            <a:off x="2125752" y="856550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上海教育软件发展有限公司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4A6BEB-24AD-A5E1-49A1-CA2D3F484799}"/>
              </a:ext>
            </a:extLst>
          </p:cNvPr>
          <p:cNvSpPr txBox="1"/>
          <p:nvPr/>
        </p:nvSpPr>
        <p:spPr>
          <a:xfrm>
            <a:off x="1671300" y="8960954"/>
            <a:ext cx="3863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上海市杨浦区国顺路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号学习广场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AA24C3-6374-8EB3-80D1-8AA7F452E8C5}"/>
              </a:ext>
            </a:extLst>
          </p:cNvPr>
          <p:cNvSpPr txBox="1"/>
          <p:nvPr/>
        </p:nvSpPr>
        <p:spPr>
          <a:xfrm>
            <a:off x="1392218" y="9312566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021-25653284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3619D6-A0CC-31CE-741B-D9F4ABB22D7C}"/>
              </a:ext>
            </a:extLst>
          </p:cNvPr>
          <p:cNvSpPr txBox="1"/>
          <p:nvPr/>
        </p:nvSpPr>
        <p:spPr>
          <a:xfrm>
            <a:off x="3587511" y="9312566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传真：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021-25653488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90565-DDB2-0933-D65E-B3289A645E76}"/>
              </a:ext>
            </a:extLst>
          </p:cNvPr>
          <p:cNvSpPr txBox="1"/>
          <p:nvPr/>
        </p:nvSpPr>
        <p:spPr>
          <a:xfrm>
            <a:off x="1457947" y="1743176"/>
            <a:ext cx="3942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上海开放大学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A679FF-B01F-8E38-EF19-3DBF9367B415}"/>
              </a:ext>
            </a:extLst>
          </p:cNvPr>
          <p:cNvSpPr txBox="1"/>
          <p:nvPr/>
        </p:nvSpPr>
        <p:spPr>
          <a:xfrm>
            <a:off x="1541303" y="233422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在线课程资源建设项目</a:t>
            </a:r>
          </a:p>
        </p:txBody>
      </p:sp>
    </p:spTree>
    <p:extLst>
      <p:ext uri="{BB962C8B-B14F-4D97-AF65-F5344CB8AC3E}">
        <p14:creationId xmlns:p14="http://schemas.microsoft.com/office/powerpoint/2010/main" val="310634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AE6BC2CE-9531-0C0A-219A-68CD223F4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6A2B8CC-BF7E-61F2-0E61-223FC352B3AD}"/>
              </a:ext>
            </a:extLst>
          </p:cNvPr>
          <p:cNvSpPr txBox="1"/>
          <p:nvPr/>
        </p:nvSpPr>
        <p:spPr>
          <a:xfrm>
            <a:off x="2125752" y="920805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上海教育软件发展有限公司</a:t>
            </a: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B6C94CA6-4AA6-A0EB-F33F-9C75EC7D2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886" y="7977746"/>
            <a:ext cx="1090386" cy="10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7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67</Words>
  <Application>Microsoft Office PowerPoint</Application>
  <PresentationFormat>A4 纸张(210x297 毫米)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Q</dc:creator>
  <cp:lastModifiedBy>YE Q</cp:lastModifiedBy>
  <cp:revision>3</cp:revision>
  <dcterms:created xsi:type="dcterms:W3CDTF">2025-09-22T01:39:15Z</dcterms:created>
  <dcterms:modified xsi:type="dcterms:W3CDTF">2025-09-22T02:01:00Z</dcterms:modified>
</cp:coreProperties>
</file>